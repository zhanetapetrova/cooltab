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67B52-FCF8-25A0-D968-167D181B0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E43BE-4F30-0B3C-9AE7-67FCD3D2B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7BAAC-AF40-DB8E-E423-6F105D8A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486D5-7B1A-9F0D-2D40-1F7A0E7B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D9F30-6DCA-697E-C91C-3297FC62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14934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05A1-7525-37D5-9DEB-4BE4DBDF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978FC-79D9-21D6-6AC3-4FC1BC99C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79573-6EB3-2DC3-CE66-E536D13E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663AC-883F-5AF4-9F99-0293FF00A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1436B-E9F6-5082-EC05-8C737810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365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BA80-D963-3304-82C2-338CABAD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C2340-2C0B-F588-4BA8-11604732B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EC132-4190-5E16-2F3D-0087F712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4058E-FC5B-E29E-C9BD-3944CE8DD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FB483-9A0B-8061-7C36-90C8B4892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0937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D04AC-D045-2931-35F2-3164809C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7EDE6-1779-469F-1ADC-9D900F5C2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A64EF-B6CF-AACB-C3D3-E3C41430D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D4031-CEC4-2F72-0F08-066263F6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04A66-178D-668B-2C27-39B68CF6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4C1AC-CBA5-C680-E276-B39462A7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5594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22F0-DF8A-05CD-F7E7-10B59613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39A6C-CCE6-61EE-2B8D-C03AF405C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903FC-B394-551F-5BD9-D20547DA3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D8909-7C7A-D632-0C02-1CFD80DE0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4DA29-8B72-EC6A-71BB-69437EC4C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E2055-1E96-E52A-86D5-57F484CF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96D20-9D3C-C60F-A1BE-BEB95AFF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CFD4A5-0D5E-C9D1-C82A-C19A2237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6234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452F-8FC4-C1C3-C9C9-145709F2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D547C-0D91-2786-83D0-FDCE0A55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A2536A-27CD-FDB0-F7EA-9CD82AAF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7E803-D648-EACC-3A6B-8C87267E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7226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9E4C-5974-D4D7-6AF5-CC72C906E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6354D-5BCE-12F1-ECB3-68F055A1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BC2E2-31CD-7A7C-8EF5-C02FE28F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468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5E56-A2E9-723D-CC65-66AA0D39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930E1-3CD0-1CEE-8EC0-AD292055F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043AE-8AB4-0F96-5B7B-5C9E82CDD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95DCF-0094-BBCA-4230-EF7AF4F2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7688F-AA8C-CC6F-50CE-EEFBC9B7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B1C20-C14C-381B-68CA-54F91C09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0939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30E61-F7B0-026A-DB5F-6BD50783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6D7B9-45E4-FF53-40E1-C1B7A450D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864FC-A8D6-7AA5-C1D6-F3E2F7A38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F290A-71DC-FF8F-1A94-86328526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A8FF0-F8E6-B23E-5D86-EAC73DB8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C218A-8D06-C446-FA13-5C80A664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8231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9524-D1B0-D87E-7A08-E235902A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4104C-3FBC-5AF1-C57D-DC0E45F43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D6F3A-E7BD-7FD4-8AB8-E11BF2C5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46561-41F3-DACA-41E8-E2371355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F413F-712D-ED20-F676-8AABD057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3299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E94B8-1537-FF49-F748-6DF4C222F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78B64-EC66-4089-FA13-4F7BF596E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83378-79F7-E83D-2F70-FCE16713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3A15F-16A6-E9C8-A114-D830097B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3AF41-4592-591F-F064-E4393E2C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432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C6C53-A630-27FE-D9B0-9C39E949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0EDE3-E60D-9F88-9523-BC6DE8796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13BF0-83F1-9420-8AF2-129293643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5D8D9-E924-4B6E-BC32-FCD44F8797ED}" type="datetimeFigureOut">
              <a:rPr lang="bg-BG" smtClean="0"/>
              <a:t>28.1.2026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BA126-230F-137C-3496-9FD92BEED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46A8D-2EAC-8CA6-06D7-CEA4C9665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D2263-7860-4443-98B6-6F856939A92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2366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Chevron 3">
            <a:extLst>
              <a:ext uri="{FF2B5EF4-FFF2-40B4-BE49-F238E27FC236}">
                <a16:creationId xmlns:a16="http://schemas.microsoft.com/office/drawing/2014/main" id="{93D5DC59-96FA-C234-EB4C-1919BC93AAFE}"/>
              </a:ext>
            </a:extLst>
          </p:cNvPr>
          <p:cNvSpPr/>
          <p:nvPr/>
        </p:nvSpPr>
        <p:spPr>
          <a:xfrm>
            <a:off x="755650" y="717550"/>
            <a:ext cx="1327150" cy="38100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Order received</a:t>
            </a:r>
            <a:endParaRPr lang="bg-BG" sz="10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6FA95755-89BE-4D6B-925A-CEEE7A6BECD3}"/>
              </a:ext>
            </a:extLst>
          </p:cNvPr>
          <p:cNvSpPr/>
          <p:nvPr/>
        </p:nvSpPr>
        <p:spPr>
          <a:xfrm>
            <a:off x="1917700" y="717550"/>
            <a:ext cx="1327150" cy="38100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 transit to arrive</a:t>
            </a:r>
            <a:endParaRPr lang="bg-BG" sz="1000" dirty="0">
              <a:solidFill>
                <a:schemeClr val="tx1"/>
              </a:solidFill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D1500431-D38D-11DF-5499-BD26CECE7318}"/>
              </a:ext>
            </a:extLst>
          </p:cNvPr>
          <p:cNvSpPr/>
          <p:nvPr/>
        </p:nvSpPr>
        <p:spPr>
          <a:xfrm>
            <a:off x="3079750" y="717550"/>
            <a:ext cx="1327150" cy="38100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unloading</a:t>
            </a:r>
            <a:endParaRPr lang="bg-BG" sz="1000" dirty="0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DADB26F9-3412-E2D0-F337-C5E6865C422E}"/>
              </a:ext>
            </a:extLst>
          </p:cNvPr>
          <p:cNvSpPr/>
          <p:nvPr/>
        </p:nvSpPr>
        <p:spPr>
          <a:xfrm>
            <a:off x="4241800" y="717550"/>
            <a:ext cx="1327150" cy="38100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 warehouse</a:t>
            </a:r>
            <a:endParaRPr lang="bg-BG" sz="1000" dirty="0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5F993ADB-E382-27CE-B112-EF09EDD31B5E}"/>
              </a:ext>
            </a:extLst>
          </p:cNvPr>
          <p:cNvSpPr/>
          <p:nvPr/>
        </p:nvSpPr>
        <p:spPr>
          <a:xfrm>
            <a:off x="5403850" y="717550"/>
            <a:ext cx="1327150" cy="38100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Transport order issued </a:t>
            </a:r>
            <a:endParaRPr lang="bg-BG" sz="1000" dirty="0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9140F18A-481A-6AD2-A0D1-9E22C9B2658D}"/>
              </a:ext>
            </a:extLst>
          </p:cNvPr>
          <p:cNvSpPr/>
          <p:nvPr/>
        </p:nvSpPr>
        <p:spPr>
          <a:xfrm>
            <a:off x="6565900" y="717550"/>
            <a:ext cx="1327150" cy="38100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Loading</a:t>
            </a:r>
            <a:endParaRPr lang="bg-BG" sz="1000" dirty="0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117BAEE6-1DC7-FAFA-1C83-B1202A50B8C5}"/>
              </a:ext>
            </a:extLst>
          </p:cNvPr>
          <p:cNvSpPr/>
          <p:nvPr/>
        </p:nvSpPr>
        <p:spPr>
          <a:xfrm>
            <a:off x="7727950" y="717550"/>
            <a:ext cx="1327150" cy="38100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Transit to final destination</a:t>
            </a:r>
            <a:endParaRPr lang="bg-BG" sz="900" dirty="0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00FEA90D-3B18-CC28-BB0B-0A5E725D74F7}"/>
              </a:ext>
            </a:extLst>
          </p:cNvPr>
          <p:cNvSpPr/>
          <p:nvPr/>
        </p:nvSpPr>
        <p:spPr>
          <a:xfrm>
            <a:off x="8877300" y="717550"/>
            <a:ext cx="1327150" cy="38100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Arrived </a:t>
            </a:r>
            <a:endParaRPr lang="bg-BG" sz="1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DB7F846-6080-E73A-33F6-DC28215CD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700999"/>
              </p:ext>
            </p:extLst>
          </p:nvPr>
        </p:nvGraphicFramePr>
        <p:xfrm>
          <a:off x="755650" y="1098550"/>
          <a:ext cx="944880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631534526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84653836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3588707887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3659894095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111792668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41561758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425168416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47833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bg-BG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91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94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9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979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87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316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953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8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49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000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7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8627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B86C1E6-22AF-4A3F-69C6-A8764F2A18C2}"/>
              </a:ext>
            </a:extLst>
          </p:cNvPr>
          <p:cNvSpPr/>
          <p:nvPr/>
        </p:nvSpPr>
        <p:spPr>
          <a:xfrm>
            <a:off x="812800" y="1155699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F820E3-1866-089A-486C-B30654D97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201699"/>
            <a:ext cx="207122" cy="2001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86D60B7-B5CF-2611-087C-6AD6025ADCF5}"/>
              </a:ext>
            </a:extLst>
          </p:cNvPr>
          <p:cNvSpPr/>
          <p:nvPr/>
        </p:nvSpPr>
        <p:spPr>
          <a:xfrm>
            <a:off x="812800" y="1536699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7FC17EF-1081-B65A-D149-E57681703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582699"/>
            <a:ext cx="207122" cy="2001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5FF964D-7B60-0D13-A6DA-E7ED4EB21FE0}"/>
              </a:ext>
            </a:extLst>
          </p:cNvPr>
          <p:cNvSpPr/>
          <p:nvPr/>
        </p:nvSpPr>
        <p:spPr>
          <a:xfrm>
            <a:off x="812800" y="1871700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C2A87E2-EDC1-B086-5B33-EE7E5BAE0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17700"/>
            <a:ext cx="207122" cy="20010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274559D-FEC7-EA57-8D69-C71E0200CB35}"/>
              </a:ext>
            </a:extLst>
          </p:cNvPr>
          <p:cNvSpPr/>
          <p:nvPr/>
        </p:nvSpPr>
        <p:spPr>
          <a:xfrm>
            <a:off x="1987550" y="235275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C2EEE8B-4F08-8252-CDBB-08089ACE7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0" y="2398751"/>
            <a:ext cx="207122" cy="2001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50D6A90-CC6E-A056-9B64-4F4A81C1778D}"/>
              </a:ext>
            </a:extLst>
          </p:cNvPr>
          <p:cNvSpPr/>
          <p:nvPr/>
        </p:nvSpPr>
        <p:spPr>
          <a:xfrm>
            <a:off x="1987550" y="2687752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8D5087E-72D4-14FA-B5E3-4DC7CDF9B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0" y="2733752"/>
            <a:ext cx="207122" cy="20010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B822425-7276-0B7A-9CAD-8247A0FDC2B7}"/>
              </a:ext>
            </a:extLst>
          </p:cNvPr>
          <p:cNvSpPr/>
          <p:nvPr/>
        </p:nvSpPr>
        <p:spPr>
          <a:xfrm>
            <a:off x="3219450" y="1187450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4ABD8B-3AB3-9B77-BFDC-10622B10D034}"/>
              </a:ext>
            </a:extLst>
          </p:cNvPr>
          <p:cNvSpPr/>
          <p:nvPr/>
        </p:nvSpPr>
        <p:spPr>
          <a:xfrm>
            <a:off x="3219450" y="1568450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9910F7F-341F-8898-C8B1-B5A3A5023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1614450"/>
            <a:ext cx="207122" cy="20010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0F6B805-A4B6-D043-FBE8-0B1D264B8B75}"/>
              </a:ext>
            </a:extLst>
          </p:cNvPr>
          <p:cNvSpPr/>
          <p:nvPr/>
        </p:nvSpPr>
        <p:spPr>
          <a:xfrm>
            <a:off x="3219450" y="190345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FC347A7-6865-8002-D5A7-7E5A9723E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1949451"/>
            <a:ext cx="207122" cy="20010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B03F15C-92D5-234F-372A-E2286F79E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1245299"/>
            <a:ext cx="207122" cy="20010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0D5EE82-1E8F-BAE8-3E91-37A8B27A46D4}"/>
              </a:ext>
            </a:extLst>
          </p:cNvPr>
          <p:cNvSpPr/>
          <p:nvPr/>
        </p:nvSpPr>
        <p:spPr>
          <a:xfrm>
            <a:off x="4394200" y="1155699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ED5D9E-EEF7-FFE3-2D3D-4716BD6F9F12}"/>
              </a:ext>
            </a:extLst>
          </p:cNvPr>
          <p:cNvSpPr/>
          <p:nvPr/>
        </p:nvSpPr>
        <p:spPr>
          <a:xfrm>
            <a:off x="4394200" y="1536699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D6A9FAD-6243-555A-D6DB-FF9FB99A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200" y="1582699"/>
            <a:ext cx="207122" cy="200101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8DCC689-719F-E65D-3B3F-00D650A8E256}"/>
              </a:ext>
            </a:extLst>
          </p:cNvPr>
          <p:cNvSpPr/>
          <p:nvPr/>
        </p:nvSpPr>
        <p:spPr>
          <a:xfrm>
            <a:off x="4394200" y="1871700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3A682D6-6A28-2CB4-EAD8-51E4971C4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200" y="1917700"/>
            <a:ext cx="207122" cy="20010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9E49CD2-DDDC-DBA0-C1CE-6A263AE85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200" y="1213548"/>
            <a:ext cx="207122" cy="200101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2230A7E7-B2CF-42C7-5EF0-080C69F1D731}"/>
              </a:ext>
            </a:extLst>
          </p:cNvPr>
          <p:cNvSpPr/>
          <p:nvPr/>
        </p:nvSpPr>
        <p:spPr>
          <a:xfrm>
            <a:off x="5568950" y="114145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681BFA8-766F-90BF-F7A4-E1E635B6E3E3}"/>
              </a:ext>
            </a:extLst>
          </p:cNvPr>
          <p:cNvSpPr/>
          <p:nvPr/>
        </p:nvSpPr>
        <p:spPr>
          <a:xfrm>
            <a:off x="5568950" y="152245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941A3FD-F9EF-0666-5C47-806266D01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950" y="1568451"/>
            <a:ext cx="207122" cy="200101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B706C7D-DFE7-81D3-7DF1-79E07379EC06}"/>
              </a:ext>
            </a:extLst>
          </p:cNvPr>
          <p:cNvSpPr/>
          <p:nvPr/>
        </p:nvSpPr>
        <p:spPr>
          <a:xfrm>
            <a:off x="5568950" y="1857452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FC1603C-06D3-3918-D3B7-FDCEA7034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950" y="1903452"/>
            <a:ext cx="207122" cy="2001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D273D86-7516-B6E4-DDFE-C964111A0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950" y="1199300"/>
            <a:ext cx="207122" cy="200101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6F6F1E28-62FC-32E0-6623-FDE9C68E9930}"/>
              </a:ext>
            </a:extLst>
          </p:cNvPr>
          <p:cNvSpPr/>
          <p:nvPr/>
        </p:nvSpPr>
        <p:spPr>
          <a:xfrm>
            <a:off x="6711950" y="114145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F0A908-9ED7-3F34-1C1D-E5CB9A148921}"/>
              </a:ext>
            </a:extLst>
          </p:cNvPr>
          <p:cNvSpPr/>
          <p:nvPr/>
        </p:nvSpPr>
        <p:spPr>
          <a:xfrm>
            <a:off x="6711950" y="152245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D572610-F6A0-04BA-0B85-33FBA50A1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50" y="1568451"/>
            <a:ext cx="207122" cy="200101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CBF6ED86-B7A6-F5E2-34AE-2CB8807BCC74}"/>
              </a:ext>
            </a:extLst>
          </p:cNvPr>
          <p:cNvSpPr/>
          <p:nvPr/>
        </p:nvSpPr>
        <p:spPr>
          <a:xfrm>
            <a:off x="6711950" y="1857452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EFD13B7-2430-FB9A-2E07-3DE99300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50" y="1903452"/>
            <a:ext cx="207122" cy="20010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9DC462F-7FA9-27E3-4649-F0391B340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50" y="1199300"/>
            <a:ext cx="207122" cy="200101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CA8E7A79-3D86-F87B-2EF5-4DA55C2393F0}"/>
              </a:ext>
            </a:extLst>
          </p:cNvPr>
          <p:cNvSpPr/>
          <p:nvPr/>
        </p:nvSpPr>
        <p:spPr>
          <a:xfrm>
            <a:off x="7893050" y="1153300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D12F560-0BB8-87C4-6CBD-57F0F284444F}"/>
              </a:ext>
            </a:extLst>
          </p:cNvPr>
          <p:cNvSpPr/>
          <p:nvPr/>
        </p:nvSpPr>
        <p:spPr>
          <a:xfrm>
            <a:off x="7893050" y="1534300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7689EB7-2D6A-4BBC-58E3-84C995E8D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050" y="1580300"/>
            <a:ext cx="207122" cy="20010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25C4F366-F56F-CADD-48DE-80AE552E9CAD}"/>
              </a:ext>
            </a:extLst>
          </p:cNvPr>
          <p:cNvSpPr/>
          <p:nvPr/>
        </p:nvSpPr>
        <p:spPr>
          <a:xfrm>
            <a:off x="7893050" y="186930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9D033E66-D629-DE08-57EA-7485C30D7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050" y="1915301"/>
            <a:ext cx="207122" cy="20010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EE67CF0-2B69-34A4-BCFF-6660E6F70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050" y="1211149"/>
            <a:ext cx="207122" cy="200101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0376ACB7-4BF1-C9EC-F75E-6E0FD73C7EF4}"/>
              </a:ext>
            </a:extLst>
          </p:cNvPr>
          <p:cNvSpPr/>
          <p:nvPr/>
        </p:nvSpPr>
        <p:spPr>
          <a:xfrm>
            <a:off x="9078539" y="1153300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8AC12DE-5822-C6C2-2603-AB60D5129DB7}"/>
              </a:ext>
            </a:extLst>
          </p:cNvPr>
          <p:cNvSpPr/>
          <p:nvPr/>
        </p:nvSpPr>
        <p:spPr>
          <a:xfrm>
            <a:off x="9078539" y="1534300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CD5EDF4-7A32-519C-CA98-8C67150D9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539" y="1580300"/>
            <a:ext cx="207122" cy="200101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484422-1546-993C-C61B-69C4322DB620}"/>
              </a:ext>
            </a:extLst>
          </p:cNvPr>
          <p:cNvSpPr/>
          <p:nvPr/>
        </p:nvSpPr>
        <p:spPr>
          <a:xfrm>
            <a:off x="9078539" y="186930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C359EBFD-DBC4-2BFD-246A-3678730D0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539" y="1915301"/>
            <a:ext cx="207122" cy="200101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84ADFA2-89CF-5B45-8617-D6D99605E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539" y="1211149"/>
            <a:ext cx="207122" cy="200101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190D153B-89B0-9D97-B9F5-C471ACBBD9B2}"/>
              </a:ext>
            </a:extLst>
          </p:cNvPr>
          <p:cNvSpPr/>
          <p:nvPr/>
        </p:nvSpPr>
        <p:spPr>
          <a:xfrm>
            <a:off x="1993900" y="113115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B3BFFCD-74F6-DE17-B2A5-3E46B4CC8E0C}"/>
              </a:ext>
            </a:extLst>
          </p:cNvPr>
          <p:cNvSpPr/>
          <p:nvPr/>
        </p:nvSpPr>
        <p:spPr>
          <a:xfrm>
            <a:off x="1993900" y="1512151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94F7DA14-0753-1E2D-230A-89880920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1558151"/>
            <a:ext cx="207122" cy="200101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63B5B755-B324-5C58-FDAE-C1FF253EC111}"/>
              </a:ext>
            </a:extLst>
          </p:cNvPr>
          <p:cNvSpPr/>
          <p:nvPr/>
        </p:nvSpPr>
        <p:spPr>
          <a:xfrm>
            <a:off x="1993900" y="1847152"/>
            <a:ext cx="1022350" cy="2921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600" dirty="0"/>
              <a:t>from –to</a:t>
            </a:r>
          </a:p>
          <a:p>
            <a:pPr algn="r"/>
            <a:r>
              <a:rPr lang="en-US" sz="600" dirty="0"/>
              <a:t>Incoming date</a:t>
            </a:r>
          </a:p>
          <a:p>
            <a:pPr algn="r"/>
            <a:r>
              <a:rPr lang="en-US" sz="600" dirty="0"/>
              <a:t>Delivery date</a:t>
            </a:r>
            <a:endParaRPr lang="bg-BG" sz="6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FE5650A2-E320-B7CC-9575-234ECBAB6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1893152"/>
            <a:ext cx="207122" cy="20010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905B23A-FBDB-C90B-6A00-BC169A2DE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1189000"/>
            <a:ext cx="207122" cy="2001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9590A7F-E94C-BD56-AE00-A5DF3DFA70A3}"/>
              </a:ext>
            </a:extLst>
          </p:cNvPr>
          <p:cNvSpPr/>
          <p:nvPr/>
        </p:nvSpPr>
        <p:spPr>
          <a:xfrm>
            <a:off x="755650" y="508000"/>
            <a:ext cx="9639300" cy="1887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Today</a:t>
            </a:r>
            <a:endParaRPr lang="bg-BG" sz="1400" dirty="0">
              <a:solidFill>
                <a:schemeClr val="tx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9E8523-853D-8661-D945-DD7A75E4BB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420"/>
          <a:stretch>
            <a:fillRect/>
          </a:stretch>
        </p:blipFill>
        <p:spPr>
          <a:xfrm>
            <a:off x="245165" y="116734"/>
            <a:ext cx="1119118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48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201</Words>
  <Application>Microsoft Office PowerPoint</Application>
  <PresentationFormat>Widescreen</PresentationFormat>
  <Paragraphs>87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Zhaneta Petrova</dc:creator>
  <cp:lastModifiedBy>Zhaneta Petrova</cp:lastModifiedBy>
  <cp:revision>2</cp:revision>
  <dcterms:created xsi:type="dcterms:W3CDTF">2026-01-28T08:55:14Z</dcterms:created>
  <dcterms:modified xsi:type="dcterms:W3CDTF">2026-01-28T10:07:02Z</dcterms:modified>
</cp:coreProperties>
</file>